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Investigation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86AB"/>
                </a:solidFill>
              </a:rPr>
              <a:t>Multi-Agent Observability System — Technical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1920240" cy="822960"/>
          </a:xfrm>
          <a:prstGeom prst="roundRect">
            <a:avLst/>
          </a:prstGeom>
          <a:solidFill>
            <a:srgbClr val="1A355E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44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9C12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735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200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86AB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2926080"/>
            <a:ext cx="1920240" cy="822960"/>
          </a:xfrm>
          <a:prstGeom prst="roundRect">
            <a:avLst/>
          </a:prstGeom>
          <a:solidFill>
            <a:srgbClr val="1A355E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944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9C12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32735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3200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86AB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2926080"/>
            <a:ext cx="1920240" cy="822960"/>
          </a:xfrm>
          <a:prstGeom prst="roundRect">
            <a:avLst/>
          </a:prstGeom>
          <a:solidFill>
            <a:srgbClr val="1A355E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5776" y="2944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9C12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32735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3200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86AB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1464" y="2926080"/>
            <a:ext cx="1920240" cy="822960"/>
          </a:xfrm>
          <a:prstGeom prst="roundRect">
            <a:avLst/>
          </a:prstGeom>
          <a:solidFill>
            <a:srgbClr val="1A355E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2944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9C12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32735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3200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86AB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2926080"/>
            <a:ext cx="1920240" cy="822960"/>
          </a:xfrm>
          <a:prstGeom prst="roundRect">
            <a:avLst/>
          </a:prstGeom>
          <a:solidFill>
            <a:srgbClr val="1A355E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2944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9C12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2735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77639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Langfuse  ·  Prometheus  ·  GPT-4o  ·  Pydantic  ·  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D6E0"/>
                </a:solidFill>
              </a:rPr>
              <a:t>Prodapt  ·  AI Observability Team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45720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33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960120"/>
            <a:ext cx="1088136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9966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161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Architecture, key principles, tech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45720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81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508760"/>
            <a:ext cx="1088136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4533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76479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Langfuse (AI traces) and Prometheus (infra metrics)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57400"/>
            <a:ext cx="45720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30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057400"/>
            <a:ext cx="1088136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09397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1 — Normalization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31343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Raw log ingestion, error classification, NO_ERROR short-circuit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06040"/>
            <a:ext cx="45720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791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606040"/>
            <a:ext cx="1088136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64261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2 — Correlation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620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Cross-system causal graph, analysis_target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54680"/>
            <a:ext cx="45720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227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154680"/>
            <a:ext cx="1088136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19125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3 — Error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1071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Deep-dive error extraction, pattern detection, error IDs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03320"/>
            <a:ext cx="45720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776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703320"/>
            <a:ext cx="1088136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7398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4 — RCA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9593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Root cause determination, causal chain, Five Whys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51959"/>
            <a:ext cx="45720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3251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251959"/>
            <a:ext cx="1088136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428853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5 — 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50799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Ranked actionable solutions, effort estimation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00599"/>
            <a:ext cx="45720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7375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4800599"/>
            <a:ext cx="1088136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83717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Pipeline Data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056631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End-to-end data passing between agents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349239"/>
            <a:ext cx="45720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42239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349239"/>
            <a:ext cx="1088136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538581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Efficiency &amp; Design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605271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Schema contracts, short-circuits, graceful degradation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Sequential 5-agent pipeline — each agent has one clearly scoped responsibility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148840" cy="1463040"/>
          </a:xfrm>
          <a:prstGeom prst="roundRect">
            <a:avLst/>
          </a:prstGeom>
          <a:solidFill>
            <a:srgbClr val="16273E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1488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241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  • 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Classify error type
Extract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5727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9C1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005840"/>
            <a:ext cx="2148840" cy="1463040"/>
          </a:xfrm>
          <a:prstGeom prst="roundRect">
            <a:avLst/>
          </a:prstGeom>
          <a:solidFill>
            <a:srgbClr val="16273E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005840"/>
            <a:ext cx="21488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0241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  • 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4173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Build causal graph
Route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727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9C12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005840"/>
            <a:ext cx="2148840" cy="1463040"/>
          </a:xfrm>
          <a:prstGeom prst="roundRect">
            <a:avLst/>
          </a:prstGeom>
          <a:solidFill>
            <a:srgbClr val="16273E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005840"/>
            <a:ext cx="21488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0241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  •  Error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4173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Extract &amp; ID errors
Detect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5727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9C12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005840"/>
            <a:ext cx="2148840" cy="1463040"/>
          </a:xfrm>
          <a:prstGeom prst="roundRect">
            <a:avLst/>
          </a:prstGeom>
          <a:solidFill>
            <a:srgbClr val="16273E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1005840"/>
            <a:ext cx="21488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0241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  •  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14173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Root cause +
Five Whys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5727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9C12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005840"/>
            <a:ext cx="2148840" cy="1463040"/>
          </a:xfrm>
          <a:prstGeom prst="roundRect">
            <a:avLst/>
          </a:prstGeom>
          <a:solidFill>
            <a:srgbClr val="16273E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005840"/>
            <a:ext cx="21488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0241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5  •  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14173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Ranked actionable
solutions (1–4)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26517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KEY PRINCIPLES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788920"/>
            <a:ext cx="5760720" cy="74980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2788920"/>
            <a:ext cx="73152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8437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Deterministic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11810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temperature=0.0 on all LLM calls — reproducible outputs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788920"/>
            <a:ext cx="5760720" cy="74980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2788920"/>
            <a:ext cx="73152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8437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Schema-Driven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11810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Pydantic models auto-generate the JSON schema injected into every prompt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657600"/>
            <a:ext cx="5760720" cy="74980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657600"/>
            <a:ext cx="73152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712463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Graceful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9867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Every external failure produces a WARN placeholder — no agent crashes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657600"/>
            <a:ext cx="5760720" cy="74980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3657600"/>
            <a:ext cx="73152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712463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Isolated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9867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Each agent sees only the previous agent's output — no shared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2636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6E0"/>
                </a:solidFill>
              </a:rPr>
              <a:t>Tech Stack:  GPT-4o  ·  FastAPI  ·  Pydantic v2  ·  AsyncOpenAI  ·  httpx  ·  SQLite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Data Source 1 — Langfuse (AI Agent Traces)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39496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LLM observability platform that records every AI agent interaction as traces, spans, and generations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HTTP Basic Auth  →  public_key : secret_key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API CALLS PER FETCH (2 total)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24912"/>
            <a:ext cx="50292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39C12"/>
                </a:solidFill>
              </a:rPr>
              <a:t>/api/public/traces/{trace_id}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92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Top-level trace: name, status, input, output, latency,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46704"/>
            <a:ext cx="50292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64992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4670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39C12"/>
                </a:solidFill>
              </a:rPr>
              <a:t>/api/public/observations?traceId=...&amp;limit=100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210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All child spans/generations with per-span status, model, tokens,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ACCESSED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Normalization (if trace_id provided)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3542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Correlation (always if trace_id available)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7316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Error Analysis (if target = Agent or 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1091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RCA (if target = Agent or Unknown)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914400"/>
            <a:ext cx="5989320" cy="53035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9601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ERROR DETECTION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2344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Each observation is classified ERROR / WARN / INFO by checking 4 fields in order: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645920"/>
            <a:ext cx="3200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6824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66420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status 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8288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ERROR / FAIL / FAILED → ERROR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103120"/>
            <a:ext cx="3200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1396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12140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statusMessage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2860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Contains error keyword → ERROR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560320"/>
            <a:ext cx="3200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25968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57860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output field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7432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JSON with 'error' key → ERROR  |  string match → ERROR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017520"/>
            <a:ext cx="3200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30540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03580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input field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2004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Error keyword match → WARN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474720"/>
            <a:ext cx="3200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35112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49300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Default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6576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→ INFO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4160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OUTPUT FORMAT (per log entry)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43484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→  timestamp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672583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→  source  (langfuse)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910327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→  service  (observation name)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148071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→  message  (type + status + error + tokens)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385815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→  level  (ERROR / WARN / INFO)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623559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→  metadata  (ids, model, cost, latency, input/output)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Data Source 2 — Prometheus (Infrastructure Metrics)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10058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HOW IT IS QUERIED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GET /api/v1/query_range  ·  PromQL with {agent} templating  ·  ±5 min window around incident timestamp  ·  15-second step resolution  ·  10 sec HTTP timeout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6 DEFAULT PromQL QUERIES (run for every fetch)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2011680" cy="29260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36829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Query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331720"/>
            <a:ext cx="5029200" cy="29260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2368296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PromQL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331720"/>
            <a:ext cx="2286000" cy="29260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8352" y="23682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It Detects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331720"/>
            <a:ext cx="2103120" cy="29260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74352" y="2368296"/>
            <a:ext cx="20116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Severity Rule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24328"/>
            <a:ext cx="201168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66090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error_rate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624328"/>
            <a:ext cx="502920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9152" y="266090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rate(http_requests_total{status=~'5..',job=~'.*{agent}.*'}[window])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624328"/>
            <a:ext cx="228600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266090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HTTP 5xx error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624328"/>
            <a:ext cx="2103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4352" y="2660904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 if &gt;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98648"/>
            <a:ext cx="201168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93522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latency_p99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898648"/>
            <a:ext cx="502920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9152" y="293522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histogram_quantile(0.99, rate(http_request_duration_seconds_bucket...))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898648"/>
            <a:ext cx="228600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8352" y="293522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P99 latency spikes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2898648"/>
            <a:ext cx="210312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352" y="2935224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INFO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72968"/>
            <a:ext cx="201168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20954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up_status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3172968"/>
            <a:ext cx="502920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59152" y="320954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up{job=~'.*{agent}.*'}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3172968"/>
            <a:ext cx="228600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88352" y="32095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Service up / down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3172968"/>
            <a:ext cx="2103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74352" y="3209544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 if == 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447287"/>
            <a:ext cx="201168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348386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memory_usage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3447287"/>
            <a:ext cx="502920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59152" y="3483863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container_memory_usage_bytes{pod=~'.*{agent}.*'}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3447287"/>
            <a:ext cx="228600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88352" y="3483863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Container memory consumption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3447287"/>
            <a:ext cx="210312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4352" y="3483863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INFO 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721607"/>
            <a:ext cx="201168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375818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restart_count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3721607"/>
            <a:ext cx="502920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59152" y="3758183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kube_pod_container_status_restarts_total{pod=~'.*{agent}.*'}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3721607"/>
            <a:ext cx="228600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88352" y="3758183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Pod crash-loop detection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3721607"/>
            <a:ext cx="210312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74352" y="3758183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WARN if &gt; 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995927"/>
            <a:ext cx="201168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403250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dns_failures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3995927"/>
            <a:ext cx="502920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59152" y="4032503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rate(coredns_dns_responses_total{rcode='SERVFAIL'}[window])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0" y="3995927"/>
            <a:ext cx="228600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88352" y="4032503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DNS SERVFAIL rate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01200" y="3995927"/>
            <a:ext cx="2103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74352" y="4032503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 if &gt; 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120640"/>
            <a:ext cx="3657600" cy="14630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166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TIME WINDOW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54406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Incident timestamp ± 5 minutes
Captures both the lead-up and aftermath of the failure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5120640"/>
            <a:ext cx="3840480" cy="14630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97680" y="51663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FAILED QUERY HANDLING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7680" y="54406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Each query failure produces a WARN placeholder entry so the LLM knows data was missing — does not abort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38160" y="5120640"/>
            <a:ext cx="3749039" cy="14630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21040" y="51663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DATA POINT SELECTION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5440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Only the LAST data point per time series is used — most recent state at the time of the incident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Agent 1 — Normalization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Purpose: Convert raw, unstructured logs into a single structured NormalizedIncident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7863840" cy="5029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73152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926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STRICT SCOPE: Classify the error type + extract atomic signals. No causality. No root cause. No correlation.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INTERNAL PROCESSING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874519"/>
            <a:ext cx="11612880" cy="658368"/>
          </a:xfrm>
          <a:prstGeom prst="roundRect">
            <a:avLst/>
          </a:prstGeom>
          <a:solidFill>
            <a:srgbClr val="0A426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92938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29384"/>
            <a:ext cx="11082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Route to 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76272"/>
            <a:ext cx="11082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trace_id present → Langfuse    |    trace_id absent → Prometheus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587752"/>
            <a:ext cx="11612880" cy="658368"/>
          </a:xfrm>
          <a:prstGeom prst="roundRect">
            <a:avLst/>
          </a:prstGeom>
          <a:solidFill>
            <a:srgbClr val="0A426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642616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42616"/>
            <a:ext cx="11082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Fetch Raw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89504"/>
            <a:ext cx="11082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Langfuse: 1 trace + up to 100 observations    |    Prometheus: 6 PromQL range queries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300984"/>
            <a:ext cx="11612880" cy="658368"/>
          </a:xfrm>
          <a:prstGeom prst="roundRect">
            <a:avLst/>
          </a:prstGeom>
          <a:solidFill>
            <a:srgbClr val="0A426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3558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355848"/>
            <a:ext cx="11082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Pre-LLM Error Scan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02736"/>
            <a:ext cx="11082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_has_error_signals(): level check (ERROR/WARN) + whole-word keyword regex scan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014216"/>
            <a:ext cx="11612880" cy="658368"/>
          </a:xfrm>
          <a:prstGeom prst="roundRect">
            <a:avLst/>
          </a:prstGeom>
          <a:solidFill>
            <a:srgbClr val="0A426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406908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069080"/>
            <a:ext cx="11082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NO_ERROR Short-Circuit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315968"/>
            <a:ext cx="11082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If no signals found → return NO_ERROR immediately, confidence=1.0 — LLM NOT called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727448"/>
            <a:ext cx="11612880" cy="658368"/>
          </a:xfrm>
          <a:prstGeom prst="roundRect">
            <a:avLst/>
          </a:prstGeom>
          <a:solidFill>
            <a:srgbClr val="0A426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4782312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782312"/>
            <a:ext cx="11082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Build LLM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029200"/>
            <a:ext cx="11082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Format logs as [N] ts=... svc=... level=... msg=... meta={...}  +  inject Pydantic schema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440680"/>
            <a:ext cx="11612880" cy="658368"/>
          </a:xfrm>
          <a:prstGeom prst="roundRect">
            <a:avLst/>
          </a:prstGeom>
          <a:solidFill>
            <a:srgbClr val="0A426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549554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495544"/>
            <a:ext cx="11082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Call GPT-4o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742432"/>
            <a:ext cx="11082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temperature=0.0  ·  response_format=json_object  ·  schema enforced in prompt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6153912"/>
            <a:ext cx="11612880" cy="658368"/>
          </a:xfrm>
          <a:prstGeom prst="roundRect">
            <a:avLst/>
          </a:prstGeom>
          <a:solidFill>
            <a:srgbClr val="0A426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6208776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6208776"/>
            <a:ext cx="11082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Pydantic 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455664"/>
            <a:ext cx="11082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NormalizedIncident.model_validate(data) — rejects any schema mismatch before returning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914400"/>
            <a:ext cx="3794760" cy="5029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96926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D6E0"/>
                </a:solidFill>
              </a:rPr>
              <a:t>Routing:  trace_id → Langfuse   |   no trace_id → Prometheus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Agent 1 — Output Contract &amp; Efficiency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</a:rPr>
              <a:t>OUTPUT: NormalizedIncident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577840" cy="56692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7101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error_type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27101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NO_ERROR | AI_AGENT | INFRA | NETWORK | UNKNOWN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2704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Priority: INFRA &gt; NETWORK &gt; AI_AGENT when mixed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56232"/>
            <a:ext cx="5577840" cy="56692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error_summary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89280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str  (max 300 chars)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Factual 1-2 line description — no inference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78024"/>
            <a:ext cx="5577840" cy="56692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5146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timestamp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51460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ISO-8601 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70632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First occurrence extracted from logs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99816"/>
            <a:ext cx="5577840" cy="56692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13639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13639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float  0.0 – 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39242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Based on explicitness of log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21608"/>
            <a:ext cx="5577840" cy="56692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75818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entities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75818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{ agent_id, service, trace_id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01421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Extracted entity references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577840" cy="56692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37997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37997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list[str]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63600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e.g. ['LLM_access_disabled', 'timeout']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9144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</a:rPr>
              <a:t>KEY EFFICIENCY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234440"/>
            <a:ext cx="5760720" cy="120700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1234440"/>
            <a:ext cx="64008" cy="1207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30759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</a:rPr>
              <a:t>NO_ERROR Short-Circuit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600200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The most impactful optimization in the entire pipeline. If _has_error_signals() returns False, the LLM is NEVER called and the pipeline terminates. This is the most common case in production — healthy traces — saving ~$0.10–$0.30 per pipeline run.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532888"/>
            <a:ext cx="5760720" cy="120700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2532888"/>
            <a:ext cx="64008" cy="1207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</a:rPr>
              <a:t>Two-Phase Error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98648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Phase 1: explicit level check (O(1) dict lookup). Phase 2: keyword scan only for ambiguous levels, using a pre-compiled whole-word regex that avoids false positives from metric names like 'error_rate=0'.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831335"/>
            <a:ext cx="5760720" cy="120700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3831335"/>
            <a:ext cx="64008" cy="1207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904487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</a:rPr>
              <a:t>Schema Built Once at Startup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197096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NormalizedIncident.model_json_schema() is called in __init__ and cached as self._response_schema. Every request reuses the same schema string — no repeated reflection.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5129783"/>
            <a:ext cx="5760720" cy="120700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5129783"/>
            <a:ext cx="64008" cy="1207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520293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</a:rPr>
              <a:t>Async Non-Blocking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495544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AsyncOpenAI + httpx.AsyncClient — all I/O is non-blocking. FastAPI handles concurrent requests without threads.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Agent 2 — Correlation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Purpose: Build a cross-system causal failure graph and decide where to route further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5029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73152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926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CRITICAL OUTPUT: analysis_target  —  the routing decision that controls which data sources ALL subsequent agents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DATA FETCHING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47088"/>
            <a:ext cx="539496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11095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</a:rPr>
              <a:t>ALWAYS fetched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2140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</a:rPr>
              <a:t>Prometheus  →  6 PromQL queries  |  infrastructure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23160"/>
            <a:ext cx="5394960" cy="5303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8716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CONDITIONAL (if trace_id available)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Langfuse  →  trace + up to 100 observations  |  AI layer 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99232"/>
            <a:ext cx="5394960" cy="4114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D6E0"/>
                </a:solidFill>
              </a:rPr>
              <a:t>All logs sorted chronologically before LLM — essential for causality (earliest failure = root candidate)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520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PROCESSING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22191"/>
            <a:ext cx="32004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4962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96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Fetch Prometheus (always) + Langfuse (if trace_id)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69663"/>
            <a:ext cx="32004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19709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970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Sort all logs chronologically across both sources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517136"/>
            <a:ext cx="32004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54456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4456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Build user message: logs grouped by source + normalization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64607"/>
            <a:ext cx="32004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89204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Call GPT-4o with CorrelationResult schema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12079"/>
            <a:ext cx="32004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23951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395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Pydantic validate and return CorrelationResult + analysis_target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155448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OUTPUT: CorrelationResult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1847088"/>
            <a:ext cx="576072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18836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correlation_chain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08483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list[str]  —  e.g. ['DNS failure → proxy timeout → gateway 502']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368296"/>
            <a:ext cx="576072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24048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peer_components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39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list[PeerComponent]  —  each with role + evidence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889503"/>
            <a:ext cx="576072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292607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timeline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12724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list[TimelineEvent]  —  chronological failure events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410711"/>
            <a:ext cx="576072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447287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root_cause_candidate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648455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component + confidence (0–1) + reason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931920"/>
            <a:ext cx="576072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39684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analysis_target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169663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Agent | InfraLogs | Unknown  ←  THE ROUTING DECISION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461772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ROUTING DECISION — analysis_target Values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4919472"/>
            <a:ext cx="1828800" cy="2743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2" y="49560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analysis_target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79" y="4919472"/>
            <a:ext cx="1920240" cy="2743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28431" y="4956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Agents 3 &amp; 4 fetch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75519" y="4919472"/>
            <a:ext cx="2011680" cy="2743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48672" y="49560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Use when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5193792"/>
            <a:ext cx="182880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9632" y="52303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79" y="5193792"/>
            <a:ext cx="192024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28431" y="52303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Langfuse only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5519" y="5193792"/>
            <a:ext cx="201168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48672" y="523036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 is in AI agent logic / LLM calls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5468112"/>
            <a:ext cx="182880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9632" y="55046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InfraLogs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79" y="5468112"/>
            <a:ext cx="192024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28431" y="5504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Prometheus only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75519" y="5468112"/>
            <a:ext cx="201168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48672" y="55046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 is in infrastructure / resources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0" y="5742431"/>
            <a:ext cx="182880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99632" y="5779007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Unknown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55279" y="5742431"/>
            <a:ext cx="192024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28431" y="577900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Both Langfuse + Prometheus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75519" y="5742431"/>
            <a:ext cx="201168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48672" y="5779007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 source unclear — cross-check both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Agent 3 — Error Analysis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Purpose: Deep-dive error extraction — every error gets a unique ID, category, severity,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5029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73152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926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STRICT SCOPE: Error identification and classification only. No root cause. No recommendations. No speculation.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TARGETED DATA FETCHING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47088"/>
            <a:ext cx="1828800" cy="2743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88366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analysis_target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847088"/>
            <a:ext cx="1783080" cy="2743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76272" y="1883664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Langfuse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847088"/>
            <a:ext cx="1783080" cy="2743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2" y="1883664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21408"/>
            <a:ext cx="182880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15798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121408"/>
            <a:ext cx="178308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76272" y="2157984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Yes (needs trace_id)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2121408"/>
            <a:ext cx="178308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157984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✗  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395727"/>
            <a:ext cx="182880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432303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InfraLogs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395727"/>
            <a:ext cx="178308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6272" y="2432303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✗  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2395727"/>
            <a:ext cx="1783080" cy="2743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9352" y="2432303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670047"/>
            <a:ext cx="182880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2706623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Unknown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670047"/>
            <a:ext cx="178308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76272" y="2706623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Yes (needs trace_id)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2670047"/>
            <a:ext cx="178308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59352" y="2706623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7889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PROCESSING STEPS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063240"/>
            <a:ext cx="292608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081528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308152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Read analysis_target from CorrelationResult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364992"/>
            <a:ext cx="292608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383280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38328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Fetch only the targeted data source(s)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666744"/>
            <a:ext cx="292608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685031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" y="3685031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Merge + sort all logs chronologically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968496"/>
            <a:ext cx="292608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3986783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3986783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Build prompt: correlation context + normalization + logs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270248"/>
            <a:ext cx="292608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288536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428853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Call GPT-4o with ErrorAnalysisResult schema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572000"/>
            <a:ext cx="292608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4590288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59028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Pydantic validate — reject any missing error evidence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873752"/>
            <a:ext cx="292608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892040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48920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Return ErrorAnalysisResult + rca_target (passthrough)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155448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OUTPUT: ErrorAnalysisResult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1847088"/>
            <a:ext cx="5760720" cy="2560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3640" y="1874519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6E0"/>
                </a:solidFill>
              </a:rPr>
              <a:t>Top-level fields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0" y="2103120"/>
            <a:ext cx="576072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21396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analysis_summary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21396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str  (max 500 chars)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2395727"/>
            <a:ext cx="576072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243230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analysis_target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2432303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Agent | InfraLogs | Unknown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2688335"/>
            <a:ext cx="576072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272491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errors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2724911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list[ErrorDetail]  — min 1 required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2980943"/>
            <a:ext cx="576072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3640" y="301751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error_patterns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95360" y="301751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list[ErrorPattern]  — requires 2+ occurrences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3273551"/>
            <a:ext cx="576072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63640" y="3310127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error_impacts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95360" y="331012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list[ErrorImpact]  — per-component assessment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3566159"/>
            <a:ext cx="576072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3640" y="3602735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error_propagation_path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95360" y="3602735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list[str]  — time-ordered propagation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0" y="3858767"/>
            <a:ext cx="5760720" cy="274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63640" y="389534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confidence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95360" y="3895343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float  0.0 – 1.0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0" y="416052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ErrorDetail Schema (per error)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26480" y="4434840"/>
            <a:ext cx="5760720" cy="169164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3640" y="44805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error_id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0" y="448056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"ERR-001", "ERR-002" ...  ← unique sequential 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63640" y="47183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category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72400" y="4718304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llm_failure | timeout | dns_failure | configuration_error | ...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3640" y="495604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severity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4956048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critical | high | medium | low | info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519379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component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0" y="519379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exact service/component name from logs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63640" y="543153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error_message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0" y="5431536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exact error text from logs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63640" y="5669279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evidence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0" y="5669279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raw log line proving this error exists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63640" y="5907023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source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0" y="5907023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langfuse | prometheus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6172200"/>
            <a:ext cx="57607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63640" y="62179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error_id cross-references: RCA links findings to specific errors by ID. Recommendation links solutions to specific errors by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Agent 4 — RCA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Purpose: Determine definitively WHY errors occurred — root cause, causal chain, Five Whys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5029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73152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926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Most analytically demanding agent. STRICT SCOPE: Root cause determination only. No recommendations. No remediation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PROCESSING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47088"/>
            <a:ext cx="320040" cy="5120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9385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749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Read rca_target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2140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Passed through from Error Analysis (= analysis_target)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23160"/>
            <a:ext cx="320040" cy="5120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514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423160"/>
            <a:ext cx="50749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45973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Route data fetch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97479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Agent→Langfuse only  |  InfraLogs→Prometheus only  |  Unknown→Both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99232"/>
            <a:ext cx="320040" cy="5120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0906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999232"/>
            <a:ext cx="50749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3580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Re-fetch fresh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73551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Independent fetch from same sources — full context for causality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75303"/>
            <a:ext cx="320040" cy="5120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6667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575303"/>
            <a:ext cx="50749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11879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Build rich user 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84962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All ErrorDetail + fresh logs + incident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51376"/>
            <a:ext cx="320040" cy="5120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2428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151376"/>
            <a:ext cx="50749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8795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Build system prompt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42569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Error categories, propagation path, Five Whys rules, RCAResult schema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727448"/>
            <a:ext cx="320040" cy="5120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8188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727448"/>
            <a:ext cx="50749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76402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Call GPT-4o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00176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temperature=0.0  ·  Full RCAResult with 5-Why enforced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303520"/>
            <a:ext cx="320040" cy="5120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53949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5303520"/>
            <a:ext cx="50749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4009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Pydantic 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57784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RCAResult.model_validate — rejects if five_why_analysis missing or incomplete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155448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OUTPUT: RCAResult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1847088"/>
            <a:ext cx="57607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188366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rca_summary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12140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str  max 800 chars — executive summary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2395728"/>
            <a:ext cx="57607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243230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root_cause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267004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RootCause  (category, component, description, evidence, error_ids, confidence)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2944368"/>
            <a:ext cx="57607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298094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causal_chain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21868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list[CausalLink]  min 1  —  source→target with link_type + evidence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493008"/>
            <a:ext cx="57607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352958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contributing_factors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6732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list[ContributingFactor]  —  amplifiers that worsened the failure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4041648"/>
            <a:ext cx="57607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407822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failure_timeline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3159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list[FailureTimeline]  —  chronological events with is_root_cause flag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4590288"/>
            <a:ext cx="57607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3640" y="462686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blast_radius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864607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list[str]  —  every component affected by the root cause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5138927"/>
            <a:ext cx="5760720" cy="5120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5175503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five_why_analysis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5413247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FiveWhyAnalysis  —  EXACTLY 5 WhySteps + fundamental_root_cause  ← NEW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0" y="5687567"/>
            <a:ext cx="5760720" cy="51206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5724143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confidence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5961887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float  0.0 – 1.0  —  tied to evidence strength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80" y="6236208"/>
            <a:ext cx="576072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628192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</a:rPr>
              <a:t>CausalLink types:  direct_cause  |  indirect_cause  |  trigger  |  amplifier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Agent 4 — Five Whys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Iterative technique: each answer becomes the subject of the next Why — drills from symptom to fundamental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WhyStep Schema (×5 required)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280160" cy="2560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43584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07008"/>
            <a:ext cx="1280160" cy="2560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1243584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39" y="1207008"/>
            <a:ext cx="8412480" cy="2560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1243584"/>
            <a:ext cx="8321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1280160" cy="25603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499616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1463040"/>
            <a:ext cx="1280160" cy="25603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499616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int 1–5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39" y="1463040"/>
            <a:ext cx="8412480" cy="25603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1" y="1499616"/>
            <a:ext cx="8321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Position in the sequence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719072"/>
            <a:ext cx="1280160" cy="25603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755648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1719072"/>
            <a:ext cx="1280160" cy="25603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755648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39" y="1719072"/>
            <a:ext cx="8412480" cy="25603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1" y="1755648"/>
            <a:ext cx="8321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"Why did [previous answer] occur?"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975104"/>
            <a:ext cx="1280160" cy="25603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011680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1975104"/>
            <a:ext cx="1280160" cy="25603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2011680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39" y="1975104"/>
            <a:ext cx="8412480" cy="25603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07791" y="2011680"/>
            <a:ext cx="8321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Explanation of the cause at this level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231136"/>
            <a:ext cx="1280160" cy="25603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267712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2231136"/>
            <a:ext cx="1280160" cy="25603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27632" y="2267712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39" y="2231136"/>
            <a:ext cx="8412480" cy="25603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7791" y="2267712"/>
            <a:ext cx="8321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Specific log line or metric supporting the answer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487168"/>
            <a:ext cx="1280160" cy="25603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2523744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" y="2487168"/>
            <a:ext cx="1280160" cy="25603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27632" y="2523744"/>
            <a:ext cx="11887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39" y="2487168"/>
            <a:ext cx="8412480" cy="25603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07791" y="2523744"/>
            <a:ext cx="8321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Implicated service or system element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26517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EXAMPLE  —  LLM Access Disabled in 'medical-rag' service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944368"/>
            <a:ext cx="1097280" cy="5029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30540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0"/>
                </a:solidFill>
              </a:rPr>
              <a:t>Problem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0" y="2944368"/>
            <a:ext cx="10515600" cy="5029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08760" y="2962656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medical-rag fails to process requests — LLM access is disabled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" y="3218688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6E0"/>
                </a:solidFill>
              </a:rPr>
              <a:t>Evidence: LLM access is disabled (demo error mode) log entry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493008"/>
            <a:ext cx="1097280" cy="5029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6027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Why 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3493008"/>
            <a:ext cx="10515600" cy="5029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08760" y="3511296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LLM access is disabled in the service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8760" y="3767328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6E0"/>
                </a:solidFill>
              </a:rPr>
              <a:t>Evidence: Log: LLM access is disabled (demo error mode). Click Enable LLM Access...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041648"/>
            <a:ext cx="1097280" cy="5029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4151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Why 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4041648"/>
            <a:ext cx="10515600" cy="5029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4059935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Service is configured to run in demo error mode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8760" y="4315968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6E0"/>
                </a:solidFill>
              </a:rPr>
              <a:t>Evidence: Error message explicitly references 'demo error mode' as the cause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590288"/>
            <a:ext cx="1097280" cy="5029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47000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Why 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0" y="4590288"/>
            <a:ext cx="10515600" cy="5029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08760" y="4608575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Demo error mode config flag was toggled (manually via UI or deployment)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08760" y="4864607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6E0"/>
                </a:solidFill>
              </a:rPr>
              <a:t>Evidence: Error instructs user to click 'Enable LLM Access' in chat UI — UI toggle controls this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138927"/>
            <a:ext cx="1097280" cy="5029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524865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Why 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71600" y="5138927"/>
            <a:ext cx="10515600" cy="5029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08760" y="5157215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 pre-flight validation checks LLM access state before accepting requests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08760" y="5413247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6E0"/>
                </a:solidFill>
              </a:rPr>
              <a:t>Evidence: Service accepted the request and only failed at the LLM call stage — no early-rejection log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5687567"/>
            <a:ext cx="10972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579729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39C12"/>
                </a:solidFill>
              </a:rPr>
              <a:t>Why 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0" y="5687567"/>
            <a:ext cx="10515600" cy="5029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08760" y="5705855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Demo error mode was added for testing without a corresponding readiness gate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8760" y="5961887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6E0"/>
                </a:solidFill>
              </a:rPr>
              <a:t>Evidence: Inferred from absence of startup/readiness logs rejecting demo mode (limited visibility)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6291072"/>
            <a:ext cx="1161288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3367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</a:rPr>
              <a:t>Fundamental Root Cause:  Demo error mode feature lacks a readiness gate — configuration toggle was never paired with an enforcement mechanism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6281927"/>
            <a:ext cx="11612880" cy="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Agent 5 — Recommendation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Purpose: Synthesise Error Analysis + RCA into 1–4 ranked, actionable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ONLY agent that fetches ZERO external data. Purely a synthesis layer — no Langfuse, no Prometheus, no I/O wait. Fastest step in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PROCESSING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320040" cy="8046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0299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507492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Build rich user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RCA summary + causal chain + contributing factors + blast radius + all errors + patterns + impacts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24912"/>
            <a:ext cx="320040" cy="8046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24912"/>
            <a:ext cx="507492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98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Build system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13 context fields injected from RCA (8) + Error Analysis (5) + ranking rules + solution schema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21024"/>
            <a:ext cx="320040" cy="8046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2219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621024"/>
            <a:ext cx="507492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941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Call GPT-4o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050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temperature=0.0  ·  1–4 solutions only — anti-padding rule enforced in prompt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17136"/>
            <a:ext cx="320040" cy="8046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71830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517136"/>
            <a:ext cx="507492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59028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Pydantic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01183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model_validator checks ranks are sequential from 1 to N — rejects gaps or duplicates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1663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RANKING RULES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440680"/>
            <a:ext cx="9144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477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Rank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477256"/>
            <a:ext cx="4434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MUST directly fix the root cause — addresses_root_cause=True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760720"/>
            <a:ext cx="91440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79729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Rank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797296"/>
            <a:ext cx="4434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Most critical secondary concern or prevents propagation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080759"/>
            <a:ext cx="91440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11733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Rank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6117336"/>
            <a:ext cx="4434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Contributing factor or resilience improvement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400799"/>
            <a:ext cx="9144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437375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Rank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6437375"/>
            <a:ext cx="4434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Preventive measure for future recurrence (only if genuinely useful)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153619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OUTPUT: Solution Schema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1828800"/>
            <a:ext cx="5760720" cy="47548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1856231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rank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08483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int 1–4  — unique, sequential (Pydantic validated)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340864"/>
            <a:ext cx="576072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236829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title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596896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str  max 120 chars  — short actionable title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2852928"/>
            <a:ext cx="5760720" cy="47548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description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108960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str  — detailed action + why it addresses root cause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364992"/>
            <a:ext cx="576072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339242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621024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config_change | code_fix | infrastructure | scaling | retry_logic | fallback | monitoring | ...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77056"/>
            <a:ext cx="5760720" cy="47548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39044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effort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133088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quick_fix | low | medium | high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4389120"/>
            <a:ext cx="576072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441655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addresses_root_cause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64515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bool  — True only for solutions that fix the root cause directly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4901184"/>
            <a:ext cx="5760720" cy="47548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3640" y="492861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affected_components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5157216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list[str]  — components this solution targets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5413248"/>
            <a:ext cx="576072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544068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expected_outcome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5669280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str  — what improvement is expected after implementation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0" y="5925312"/>
            <a:ext cx="5760720" cy="475488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59527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error_ids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6181344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list[str]  — links back to ErrorAnalysis error IDs (ERR-001, ...)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End-to-End Pipeline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What each agent receives, what it fetches externally, and what it passes to the next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920240" cy="320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509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914400"/>
            <a:ext cx="2926080" cy="320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67712" y="9509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Receives from prev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914400"/>
            <a:ext cx="3108960" cy="320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3792" y="9509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Fetches externally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914400"/>
            <a:ext cx="3657600" cy="320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9509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Passes to next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34440"/>
            <a:ext cx="1920240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Normalization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1234440"/>
            <a:ext cx="2926080" cy="960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130759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timestamp
trace_id?
agent_name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234440"/>
            <a:ext cx="3108960" cy="960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130759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Langfuse (if trace_id)
Prometheus (if no trace_id)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749039" cy="960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0759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NormalizedIncident
error_type, signals,
entities, confidence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31136"/>
            <a:ext cx="1920240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50545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Correlation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2231136"/>
            <a:ext cx="2926080" cy="9601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230428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NormalizedIncident
trace_id?
agent_name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231136"/>
            <a:ext cx="3108960" cy="9601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230428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Prometheus (always)
Langfuse (if trace_id)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231136"/>
            <a:ext cx="3749039" cy="9601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304288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CorrelationResult
causal chain, timeline,
analysis_target  ←KEY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227832"/>
            <a:ext cx="1920240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5021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Error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3227832"/>
            <a:ext cx="2926080" cy="960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3300984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CorrelationResult
NormalizedIncident
trace_id? + agent_name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3227832"/>
            <a:ext cx="3108960" cy="960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3300984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Langfuse (if Agent/Unk)
Prometheus (if Infra/Unk)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227832"/>
            <a:ext cx="3749039" cy="960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300984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ErrorAnalysisResult
errors with IDs,
patterns, rca_target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224528"/>
            <a:ext cx="1920240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4988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4224528"/>
            <a:ext cx="2926080" cy="9601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0" y="42976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ErrorAnalysisResult
NormalizedIncident
rca_target + trace_id?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4224528"/>
            <a:ext cx="3108960" cy="9601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42976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Langfuse (if Agent/Unk)
Prometheus (if Infra/Unk)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224528"/>
            <a:ext cx="3749039" cy="9601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42976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RCAResult
root_cause, causal_chain
five_why_analysis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221224"/>
            <a:ext cx="1920240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549554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94560" y="5221224"/>
            <a:ext cx="2926080" cy="960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0" y="5294376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ErrorAnalysisResult
RCAResult
agent_name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5221224"/>
            <a:ext cx="3108960" cy="960120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2080" y="5294376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AE60"/>
                </a:solidFill>
              </a:rPr>
              <a:t>NONE — synthesis only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5221224"/>
            <a:ext cx="3749039" cy="960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5294376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RecommendationResult
1–4 ranked solutions
effort + 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3276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6E0"/>
                </a:solidFill>
              </a:rPr>
              <a:t>External data is fetched independently by each agent that needs it — no shared log cache. Re-fetching ensures each agent gets full, unfiltered evidence for its specific analysis task.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Efficiency &amp; Key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760720" cy="157276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73152" cy="15727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5156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NO_ERROR Short-Circuit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37160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Pre-LLM scan in Normalization: if no error signals detected → return immediately, skip all 5 agents. Most common production case (healthy traces). Saves ~$0.10–$0.30 per run.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960120"/>
            <a:ext cx="5760720" cy="157276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73152" cy="15727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05156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</a:rPr>
              <a:t>Schema-Driven LLM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37160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Every Pydantic model auto-generates its JSON schema via model_json_schema(), injected into the system prompt. Adding a new field automatically updates the LLM contract — no manual JSON maintenance.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5760720" cy="157276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51760"/>
            <a:ext cx="73152" cy="15727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74320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Error ID Cross-Referencing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06324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 Analysis assigns ERR-001, ERR-002, ... to each distinct error. RCA references these IDs in causal links and root_cause.error_ids. Recommendation references them in each solution.error_ids. Lightweight linking without re-embedding full error objects.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5760720" cy="157276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73152" cy="15727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274320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Routing Decisions Flow Forward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306324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Correlation sets analysis_target once. Error Analysis passes it as rca_target. RCA reads rca_target. Each downstream agent inherits the routing decision without re-analysing the situation.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43400"/>
            <a:ext cx="5760720" cy="157276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343400"/>
            <a:ext cx="73152" cy="15727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43484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Graceful Degradation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7548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Every external source failure (Langfuse, Prometheus) produces a WARN placeholder entry. The LLM is explicitly told data was missing and instructed to set lower confidence. No agent returns an error; the pipeline always completes.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343400"/>
            <a:ext cx="5760720" cy="157276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343400"/>
            <a:ext cx="73152" cy="15727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443484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</a:rPr>
              <a:t>Five Whys Schema Enforcement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47548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FiveWhyAnalysis.whys has min_length=5, max_length=5 in Pydantic. The LLM cannot return fewer or more than 5 steps. The prompt defines the exact chaining methodology. Evidence is required at every step.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</a:rPr>
              <a:t>Summary — 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All five agents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914400"/>
            <a:ext cx="2011680" cy="320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1" y="9509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914400"/>
            <a:ext cx="1828800" cy="320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1992" y="9509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914400"/>
            <a:ext cx="2286000" cy="320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9509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Key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914400"/>
            <a:ext cx="2286000" cy="320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9509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Critical Field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914400"/>
            <a:ext cx="3474720" cy="320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95097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Scope Boundary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" y="1234440"/>
            <a:ext cx="201168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1" y="1271016"/>
            <a:ext cx="1920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  Normalization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1234440"/>
            <a:ext cx="182880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2" y="1271016"/>
            <a:ext cx="1737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Langfuse OR Prometheus
(not both — mutual exclusive)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39" y="1234440"/>
            <a:ext cx="228600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271016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NormalizedIncident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234440"/>
            <a:ext cx="228600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271016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error_type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1234440"/>
            <a:ext cx="347472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2792" y="1271016"/>
            <a:ext cx="33832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Classify error only — no causality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2057400"/>
            <a:ext cx="2011680" cy="80467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1" y="2093976"/>
            <a:ext cx="1920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  Correlation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2057400"/>
            <a:ext cx="1828800" cy="80467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21992" y="2093976"/>
            <a:ext cx="1737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Prometheus (always)
+ Langfuse (if trace_id)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7639" y="2057400"/>
            <a:ext cx="2286000" cy="80467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50791" y="2093976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CorrelationResult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057400"/>
            <a:ext cx="2286000" cy="80467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2093976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analysis_target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2057400"/>
            <a:ext cx="3474720" cy="80467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792" y="2093976"/>
            <a:ext cx="33832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Causal graph only — no per-error detail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880360"/>
            <a:ext cx="201168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1" y="2916936"/>
            <a:ext cx="1920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3  Error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2880360"/>
            <a:ext cx="182880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21992" y="2916936"/>
            <a:ext cx="1737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Langfuse OR Prometheus
(based on analysis_target)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77639" y="2880360"/>
            <a:ext cx="228600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50791" y="2916936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ErrorAnalysisResult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880360"/>
            <a:ext cx="228600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2916936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error_ids (ERR-N)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2880360"/>
            <a:ext cx="347472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22792" y="2916936"/>
            <a:ext cx="33832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 extraction only — no root cause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703320"/>
            <a:ext cx="2011680" cy="80467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0311" y="3739896"/>
            <a:ext cx="1920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4  RCA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3703320"/>
            <a:ext cx="1828800" cy="80467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21992" y="3739896"/>
            <a:ext cx="1737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Langfuse OR Prometheus
(based on rca_target)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7639" y="3703320"/>
            <a:ext cx="2286000" cy="80467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50791" y="3739896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RCAResult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703320"/>
            <a:ext cx="2286000" cy="80467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3739896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five_why_analysis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49640" y="3703320"/>
            <a:ext cx="3474720" cy="804672"/>
          </a:xfrm>
          <a:prstGeom prst="rect">
            <a:avLst/>
          </a:prstGeom>
          <a:solidFill>
            <a:srgbClr val="1E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22792" y="3739896"/>
            <a:ext cx="33832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Root cause only — no recommendations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4526280"/>
            <a:ext cx="201168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0311" y="4562856"/>
            <a:ext cx="1920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5  Recommendation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48840" y="4526280"/>
            <a:ext cx="182880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21992" y="4562856"/>
            <a:ext cx="1737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NONE
(synthesis only)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77639" y="4526280"/>
            <a:ext cx="228600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0791" y="4562856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RecommendationResult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4526280"/>
            <a:ext cx="228600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36792" y="4562856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rank + error_ids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49640" y="4526280"/>
            <a:ext cx="3474720" cy="804672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22792" y="4562856"/>
            <a:ext cx="33832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Solutions only — no diagnosis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7160" y="5440680"/>
            <a:ext cx="1965960" cy="1188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7160" y="550468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7160" y="609904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</a:rPr>
              <a:t>Agents in pipeline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48840" y="5440680"/>
            <a:ext cx="1965960" cy="1188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48840" y="550468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48840" y="609904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</a:rPr>
              <a:t>External data sources
(Langfuse + Prometheus)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60520" y="5440680"/>
            <a:ext cx="1965960" cy="1188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60520" y="550468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</a:rP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60520" y="609904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</a:rPr>
              <a:t>PromQL queries per
Prometheus fetch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72200" y="5440680"/>
            <a:ext cx="1965960" cy="1188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72200" y="550468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</a:rPr>
              <a:t>0.0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609904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</a:rPr>
              <a:t>LLM temperature
(deterministic outputs)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83880" y="5440680"/>
            <a:ext cx="1965960" cy="1188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83880" y="550468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83880" y="609904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</a:rPr>
              <a:t>WhyStep responses
in Five Whys analysis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95560" y="5440680"/>
            <a:ext cx="1965960" cy="1188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195560" y="550468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</a:rPr>
              <a:t>1–4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95560" y="609904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</a:rPr>
              <a:t>Ranked solutions from
Recommendation Agent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6E0"/>
                </a:solidFill>
              </a:rPr>
              <a:t>Investigation Pipeline  ·  Multi-Agent Observability System  ·  Prodapt AI Team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